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62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1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3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9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4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7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0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8/12/2020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8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3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8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9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7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6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CD016D-A910-4F01-B805-6967A42DF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08" b="29442"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221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0846F-3F1A-44C0-89BC-2CEB1E8F5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2210" cy="6858000"/>
          </a:xfrm>
          <a:prstGeom prst="rect">
            <a:avLst/>
          </a:prstGeom>
          <a:solidFill>
            <a:srgbClr val="E72931">
              <a:alpha val="40000"/>
            </a:srgb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977" y="164592"/>
            <a:ext cx="4334256" cy="652881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9EE39-8EE3-4972-BA1A-434678E9B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24" y="1340361"/>
            <a:ext cx="3729162" cy="3341700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Core Java</a:t>
            </a:r>
            <a:br>
              <a:rPr lang="en-US" sz="8000" dirty="0">
                <a:solidFill>
                  <a:schemeClr val="tx1"/>
                </a:solidFill>
              </a:rPr>
            </a:br>
            <a:endParaRPr lang="en-US" sz="8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A5910-BB53-4812-801B-C811876F1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284" y="4731476"/>
            <a:ext cx="3793642" cy="97090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#THEKAMALNAIN</a:t>
            </a:r>
          </a:p>
          <a:p>
            <a:r>
              <a:rPr lang="en-US" dirty="0">
                <a:solidFill>
                  <a:schemeClr val="tx1"/>
                </a:solidFill>
              </a:rPr>
              <a:t>@THEKAMALNAIN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32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A0CE-AAAA-4884-BD09-C16C0540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Variables in </a:t>
            </a:r>
            <a:r>
              <a:rPr lang="en-US" dirty="0" err="1"/>
              <a:t>CoreJava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143D-C738-4298-9376-9B3EADC4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just like a container which use for holds the any kind of value while the Java program is executed.</a:t>
            </a:r>
          </a:p>
          <a:p>
            <a:pPr marL="0" indent="0">
              <a:buNone/>
            </a:pPr>
            <a:r>
              <a:rPr lang="en-US" dirty="0"/>
              <a:t>	and</a:t>
            </a:r>
          </a:p>
          <a:p>
            <a:r>
              <a:rPr lang="en-US" dirty="0"/>
              <a:t>Every variable is assigned with a data type.</a:t>
            </a:r>
          </a:p>
          <a:p>
            <a:endParaRPr lang="en-US" dirty="0"/>
          </a:p>
          <a:p>
            <a:r>
              <a:rPr lang="en-US" dirty="0"/>
              <a:t>For program variable is just a name of memory location. </a:t>
            </a:r>
          </a:p>
        </p:txBody>
      </p:sp>
    </p:spTree>
    <p:extLst>
      <p:ext uri="{BB962C8B-B14F-4D97-AF65-F5344CB8AC3E}">
        <p14:creationId xmlns:p14="http://schemas.microsoft.com/office/powerpoint/2010/main" val="189121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C415-045E-4C6C-8848-F58E0AF7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Variables in Core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AA9E-132F-470B-995D-02526086B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three types of variables in java: </a:t>
            </a:r>
          </a:p>
          <a:p>
            <a:pPr marL="0" indent="0">
              <a:buNone/>
            </a:pPr>
            <a:r>
              <a:rPr lang="en-US" dirty="0"/>
              <a:t>	local, instance and static.</a:t>
            </a:r>
          </a:p>
          <a:p>
            <a:r>
              <a:rPr lang="en-US" dirty="0"/>
              <a:t>Local:-		it's declared inside the body or method and class and we can call local.</a:t>
            </a:r>
          </a:p>
          <a:p>
            <a:r>
              <a:rPr lang="en-US" dirty="0"/>
              <a:t>Instance:-	it's declared inside of class but outside the body of method</a:t>
            </a:r>
          </a:p>
          <a:p>
            <a:r>
              <a:rPr lang="en-US" dirty="0"/>
              <a:t>static.:-		it's declared as static and its not be use as local and instance .memory allocation for static 		variable happens only once when class is loaded memory.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9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517B-FDF4-4CFF-B45A-2D80C2C3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 Core Java and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932B-4435-400F-A395-BCA8C2769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Data types is use to specify the different sizes and values that can be stored in the variable value. </a:t>
            </a:r>
          </a:p>
          <a:p>
            <a:pPr marL="0" indent="0">
              <a:buNone/>
            </a:pPr>
            <a:r>
              <a:rPr lang="en-US" sz="2000" dirty="0"/>
              <a:t>	There are two types of data types in Java:</a:t>
            </a:r>
          </a:p>
          <a:p>
            <a:pPr marL="1828800" indent="-182563"/>
            <a:r>
              <a:rPr lang="en-US" sz="2000" dirty="0"/>
              <a:t>Primitive data types</a:t>
            </a:r>
          </a:p>
          <a:p>
            <a:pPr marL="1828800" indent="-182563"/>
            <a:r>
              <a:rPr lang="en-US" sz="2000" dirty="0"/>
              <a:t>Non-primitive data types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Primitive data types: it’s have include Boolean, char, byte, short, int, long, float and double.</a:t>
            </a:r>
          </a:p>
          <a:p>
            <a:pPr marL="0" indent="0">
              <a:buNone/>
            </a:pPr>
            <a:r>
              <a:rPr lang="en-US" sz="2000" dirty="0"/>
              <a:t>Non-primitive data types: it’s have include Classes, Interfaces, and Arrays.</a:t>
            </a:r>
          </a:p>
        </p:txBody>
      </p:sp>
    </p:spTree>
    <p:extLst>
      <p:ext uri="{BB962C8B-B14F-4D97-AF65-F5344CB8AC3E}">
        <p14:creationId xmlns:p14="http://schemas.microsoft.com/office/powerpoint/2010/main" val="40880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C264-49D3-4FEE-B2DF-481DF234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Java Primitive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ADAE1-8D9A-4B34-87A2-828B1289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Boolean data type</a:t>
            </a:r>
          </a:p>
          <a:p>
            <a:r>
              <a:rPr lang="en-US" dirty="0"/>
              <a:t>byte data type</a:t>
            </a:r>
          </a:p>
          <a:p>
            <a:r>
              <a:rPr lang="en-US" dirty="0"/>
              <a:t>char data type</a:t>
            </a:r>
          </a:p>
          <a:p>
            <a:r>
              <a:rPr lang="en-US" dirty="0"/>
              <a:t>short data type</a:t>
            </a:r>
          </a:p>
          <a:p>
            <a:r>
              <a:rPr lang="en-US" dirty="0"/>
              <a:t>int data type</a:t>
            </a:r>
          </a:p>
          <a:p>
            <a:r>
              <a:rPr lang="en-US" dirty="0"/>
              <a:t>long data type</a:t>
            </a:r>
          </a:p>
          <a:p>
            <a:r>
              <a:rPr lang="en-US" dirty="0"/>
              <a:t>float data type</a:t>
            </a:r>
          </a:p>
          <a:p>
            <a:r>
              <a:rPr lang="en-US" dirty="0"/>
              <a:t>double data type</a:t>
            </a:r>
          </a:p>
        </p:txBody>
      </p:sp>
    </p:spTree>
    <p:extLst>
      <p:ext uri="{BB962C8B-B14F-4D97-AF65-F5344CB8AC3E}">
        <p14:creationId xmlns:p14="http://schemas.microsoft.com/office/powerpoint/2010/main" val="74308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3D8711-2C99-4774-824A-693BC27CAB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141667"/>
              </p:ext>
            </p:extLst>
          </p:nvPr>
        </p:nvGraphicFramePr>
        <p:xfrm>
          <a:off x="407624" y="396607"/>
          <a:ext cx="11402457" cy="6373046"/>
        </p:xfrm>
        <a:graphic>
          <a:graphicData uri="http://schemas.openxmlformats.org/drawingml/2006/table">
            <a:tbl>
              <a:tblPr/>
              <a:tblGrid>
                <a:gridCol w="3800819">
                  <a:extLst>
                    <a:ext uri="{9D8B030D-6E8A-4147-A177-3AD203B41FA5}">
                      <a16:colId xmlns:a16="http://schemas.microsoft.com/office/drawing/2014/main" val="1400110549"/>
                    </a:ext>
                  </a:extLst>
                </a:gridCol>
                <a:gridCol w="3800819">
                  <a:extLst>
                    <a:ext uri="{9D8B030D-6E8A-4147-A177-3AD203B41FA5}">
                      <a16:colId xmlns:a16="http://schemas.microsoft.com/office/drawing/2014/main" val="1690930905"/>
                    </a:ext>
                  </a:extLst>
                </a:gridCol>
                <a:gridCol w="3800819">
                  <a:extLst>
                    <a:ext uri="{9D8B030D-6E8A-4147-A177-3AD203B41FA5}">
                      <a16:colId xmlns:a16="http://schemas.microsoft.com/office/drawing/2014/main" val="4089684800"/>
                    </a:ext>
                  </a:extLst>
                </a:gridCol>
              </a:tblGrid>
              <a:tr h="1090670">
                <a:tc>
                  <a:txBody>
                    <a:bodyPr/>
                    <a:lstStyle/>
                    <a:p>
                      <a:pPr algn="l" fontAlgn="t"/>
                      <a:r>
                        <a:rPr lang="en-US" sz="5400" b="1" dirty="0">
                          <a:solidFill>
                            <a:srgbClr val="000000"/>
                          </a:solidFill>
                          <a:effectLst/>
                          <a:latin typeface="Edwardian Script ITC (Headings)"/>
                        </a:rPr>
                        <a:t>Data Type</a:t>
                      </a:r>
                      <a:endParaRPr lang="en-US" sz="5400" dirty="0">
                        <a:solidFill>
                          <a:srgbClr val="000000"/>
                        </a:solidFill>
                        <a:effectLst/>
                        <a:latin typeface="Edwardian Script ITC (Headings)"/>
                      </a:endParaRPr>
                    </a:p>
                  </a:txBody>
                  <a:tcPr marL="112345" marR="112345" marT="112345" marB="112345">
                    <a:lnL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400" b="1" dirty="0">
                          <a:solidFill>
                            <a:srgbClr val="000000"/>
                          </a:solidFill>
                          <a:effectLst/>
                          <a:latin typeface="Edwardian Script ITC (Headings)"/>
                        </a:rPr>
                        <a:t>Default Value</a:t>
                      </a:r>
                      <a:endParaRPr lang="en-US" sz="5400" dirty="0">
                        <a:solidFill>
                          <a:srgbClr val="000000"/>
                        </a:solidFill>
                        <a:effectLst/>
                        <a:latin typeface="Edwardian Script ITC (Headings)"/>
                      </a:endParaRPr>
                    </a:p>
                  </a:txBody>
                  <a:tcPr marL="112345" marR="112345" marT="112345" marB="112345">
                    <a:lnL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400" b="1" dirty="0">
                          <a:solidFill>
                            <a:srgbClr val="000000"/>
                          </a:solidFill>
                          <a:effectLst/>
                          <a:latin typeface="Edwardian Script ITC (Headings)"/>
                        </a:rPr>
                        <a:t>Default size</a:t>
                      </a:r>
                      <a:endParaRPr lang="en-US" sz="5400" dirty="0">
                        <a:solidFill>
                          <a:srgbClr val="000000"/>
                        </a:solidFill>
                        <a:effectLst/>
                        <a:latin typeface="Edwardian Script ITC (Headings)"/>
                      </a:endParaRPr>
                    </a:p>
                  </a:txBody>
                  <a:tcPr marL="112345" marR="112345" marT="112345" marB="112345">
                    <a:lnL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2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386456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Boolean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false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1 bit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082237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char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'\u0000'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2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10018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0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1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71225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short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0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2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117530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int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0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4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8010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long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0L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8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284252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float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0.0f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4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847191"/>
                  </a:ext>
                </a:extLst>
              </a:tr>
              <a:tr h="660297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double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0.0d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Bembo (Body)"/>
                        </a:rPr>
                        <a:t>8 byte</a:t>
                      </a:r>
                    </a:p>
                  </a:txBody>
                  <a:tcPr marL="74897" marR="74897" marT="74897" marB="7489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252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102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RegularSeedRightStep">
      <a:dk1>
        <a:srgbClr val="000000"/>
      </a:dk1>
      <a:lt1>
        <a:srgbClr val="FFFFFF"/>
      </a:lt1>
      <a:dk2>
        <a:srgbClr val="412F24"/>
      </a:dk2>
      <a:lt2>
        <a:srgbClr val="E2E8E8"/>
      </a:lt2>
      <a:accent1>
        <a:srgbClr val="E72931"/>
      </a:accent1>
      <a:accent2>
        <a:srgbClr val="D55E17"/>
      </a:accent2>
      <a:accent3>
        <a:srgbClr val="C1A022"/>
      </a:accent3>
      <a:accent4>
        <a:srgbClr val="8FB013"/>
      </a:accent4>
      <a:accent5>
        <a:srgbClr val="59B721"/>
      </a:accent5>
      <a:accent6>
        <a:srgbClr val="15BE1C"/>
      </a:accent6>
      <a:hlink>
        <a:srgbClr val="30918D"/>
      </a:hlink>
      <a:folHlink>
        <a:srgbClr val="7F7F7F"/>
      </a:folHlink>
    </a:clrScheme>
    <a:fontScheme name="Savon">
      <a:majorFont>
        <a:latin typeface="Edwardian Script IT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emb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297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Bembo</vt:lpstr>
      <vt:lpstr>Bembo (Body)</vt:lpstr>
      <vt:lpstr>Edwardian Script ITC</vt:lpstr>
      <vt:lpstr>Edwardian Script ITC (Headings)</vt:lpstr>
      <vt:lpstr>Garamond</vt:lpstr>
      <vt:lpstr>SavonVTI</vt:lpstr>
      <vt:lpstr>Core Java </vt:lpstr>
      <vt:lpstr>What is Variables in CoreJava</vt:lpstr>
      <vt:lpstr>Types of Variables in Core Java</vt:lpstr>
      <vt:lpstr>Data Types in Core Java and Type</vt:lpstr>
      <vt:lpstr>Types Of Java Primitive Data Types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</dc:title>
  <dc:creator>KAMAL NAIN</dc:creator>
  <cp:lastModifiedBy>KAMAL NAIN</cp:lastModifiedBy>
  <cp:revision>12</cp:revision>
  <dcterms:created xsi:type="dcterms:W3CDTF">2020-08-06T09:50:08Z</dcterms:created>
  <dcterms:modified xsi:type="dcterms:W3CDTF">2020-08-12T10:36:59Z</dcterms:modified>
</cp:coreProperties>
</file>