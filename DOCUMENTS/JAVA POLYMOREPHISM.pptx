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5" autoAdjust="0"/>
    <p:restoredTop sz="90566" autoAdjust="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593A5-2EB4-471A-B32B-DBB8FFDBB27E}" type="datetimeFigureOut">
              <a:rPr lang="en-US" smtClean="0"/>
              <a:t>29/06/2020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4384C-EF3D-4C8D-B880-2B9F278EA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94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29/06/2020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POLYMORPHISM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JAVA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73814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Polymorphism </a:t>
            </a:r>
            <a:br>
              <a:rPr lang="en-US" dirty="0" smtClean="0"/>
            </a:br>
            <a:r>
              <a:rPr lang="en-US" dirty="0" smtClean="0"/>
              <a:t>binding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java there are two types of binding</a:t>
            </a:r>
          </a:p>
          <a:p>
            <a:r>
              <a:rPr lang="en-US" dirty="0" smtClean="0"/>
              <a:t>Static binding(also known as Early binding)= when type of the objects determined at compiled time, it is known as static binding.</a:t>
            </a:r>
          </a:p>
          <a:p>
            <a:r>
              <a:rPr lang="en-US" dirty="0" smtClean="0"/>
              <a:t>Dynamic Binding (also known as </a:t>
            </a:r>
            <a:r>
              <a:rPr lang="en-US" dirty="0" err="1" smtClean="0"/>
              <a:t>Lete</a:t>
            </a:r>
            <a:r>
              <a:rPr lang="en-US" dirty="0" smtClean="0"/>
              <a:t> Binding )=when type of the object is determined at run- time, it is known as dynamic binding.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dirty="0" smtClean="0"/>
              <a:t>Binding is use for connecting a method call to the method body is known as binding.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1203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Understanding type</a:t>
            </a:r>
          </a:p>
          <a:p>
            <a:pPr marL="342900" indent="-342900">
              <a:buAutoNum type="arabicPeriod"/>
            </a:pPr>
            <a:r>
              <a:rPr lang="en-US" dirty="0" smtClean="0"/>
              <a:t>Variables have a type</a:t>
            </a:r>
          </a:p>
          <a:p>
            <a:pPr marL="342900" indent="-342900">
              <a:buAutoNum type="arabicPeriod"/>
            </a:pPr>
            <a:r>
              <a:rPr lang="en-US" dirty="0" smtClean="0"/>
              <a:t>Reference have a type</a:t>
            </a:r>
          </a:p>
          <a:p>
            <a:pPr marL="342900" indent="-342900">
              <a:buAutoNum type="arabicPeriod"/>
            </a:pPr>
            <a:r>
              <a:rPr lang="en-US" dirty="0" smtClean="0"/>
              <a:t>Object have a type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7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2140" y="392431"/>
            <a:ext cx="6169026" cy="51816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output</a:t>
            </a:r>
          </a:p>
          <a:p>
            <a:pPr marL="0" indent="0">
              <a:buNone/>
            </a:pPr>
            <a:r>
              <a:rPr lang="en-US" dirty="0" smtClean="0"/>
              <a:t>animal </a:t>
            </a:r>
            <a:r>
              <a:rPr lang="en-US" dirty="0"/>
              <a:t>is also eating.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70659"/>
            <a:ext cx="569214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6A9955"/>
                </a:solidFill>
                <a:latin typeface="Consolas" panose="020B0609020204030204" pitchFamily="49" charset="0"/>
              </a:rPr>
              <a:t>/**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6A9955"/>
                </a:solidFill>
                <a:latin typeface="Consolas" panose="020B0609020204030204" pitchFamily="49" charset="0"/>
              </a:rPr>
              <a:t> * InnerA20_polymorphismbinding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6A9955"/>
                </a:solidFill>
                <a:latin typeface="Consolas" panose="020B0609020204030204" pitchFamily="49" charset="0"/>
              </a:rPr>
              <a:t> */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InnerA20_polymorphismbinding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food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"everyone is eating food"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sz="1400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A20_polymorphismbinding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InnerA20_polymorphismbinding</a:t>
            </a:r>
            <a:endParaRPr lang="en-US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food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sz="14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CE9178"/>
                </a:solidFill>
                <a:latin typeface="Consolas" panose="020B0609020204030204" pitchFamily="49" charset="0"/>
              </a:rPr>
              <a:t>"animal is also eating."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[] </a:t>
            </a:r>
            <a:r>
              <a:rPr lang="en-US" sz="1400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4EC9B0"/>
                </a:solidFill>
                <a:latin typeface="Consolas" panose="020B0609020204030204" pitchFamily="49" charset="0"/>
              </a:rPr>
              <a:t>InnerA20_polymorphismbinding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ia20pmpb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A20_polymorphismbinding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9CDCFE"/>
                </a:solidFill>
                <a:latin typeface="Consolas" panose="020B0609020204030204" pitchFamily="49" charset="0"/>
              </a:rPr>
              <a:t>ia20pmpb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>
                <a:solidFill>
                  <a:srgbClr val="DCDCAA"/>
                </a:solidFill>
                <a:latin typeface="Consolas" panose="020B0609020204030204" pitchFamily="49" charset="0"/>
              </a:rPr>
              <a:t>food</a:t>
            </a:r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sz="14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526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Polymorphism</a:t>
            </a:r>
            <a:br>
              <a:rPr lang="en-US" dirty="0" smtClean="0"/>
            </a:br>
            <a:r>
              <a:rPr lang="en-US" dirty="0" err="1" smtClean="0"/>
              <a:t>instanceof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2974" y="0"/>
            <a:ext cx="6169026" cy="441959"/>
          </a:xfrm>
        </p:spPr>
        <p:txBody>
          <a:bodyPr/>
          <a:lstStyle/>
          <a:p>
            <a:r>
              <a:rPr lang="en-US" dirty="0" smtClean="0"/>
              <a:t>Instance of operator example where it tests the current class.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The java instance of is used to  test whether the </a:t>
            </a:r>
            <a:r>
              <a:rPr lang="en-US" dirty="0" err="1" smtClean="0"/>
              <a:t>ojaect</a:t>
            </a:r>
            <a:r>
              <a:rPr lang="en-US" dirty="0" smtClean="0"/>
              <a:t> is an instance of the specified type(class ,subclass or interface)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894070" y="223653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A21_polymorphisminstanceof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[]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a21pmpio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a21pmpio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30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1" y="529591"/>
            <a:ext cx="4549140" cy="2602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An object of class type is also a type of parent class. </a:t>
            </a:r>
          </a:p>
          <a:p>
            <a:pPr marL="0" indent="0">
              <a:buNone/>
            </a:pPr>
            <a:r>
              <a:rPr lang="en-US" dirty="0" smtClean="0"/>
              <a:t>If dog extends animal then object of dog can be referred by either dog or animal class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1" y="6000749"/>
            <a:ext cx="6169026" cy="65701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Output</a:t>
            </a:r>
          </a:p>
          <a:p>
            <a:r>
              <a:rPr lang="en-US" dirty="0"/>
              <a:t>true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56761" y="0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/**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 * InnerA21_polymorphisminstanceof=animal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 */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InnerA21_polymorphisminstanceof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dirty="0" smtClean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/**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 * A21_polymorphisminstanceof= dog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 */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extends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InnerA21_polymorphisminstanceof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[] 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{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a21pmpmf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a21pmpmf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InnerA21_polymorphisminstanceof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}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   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5870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4262</TotalTime>
  <Words>169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Celestial</vt:lpstr>
      <vt:lpstr>POLYMORPHISM</vt:lpstr>
      <vt:lpstr>Polymorphism  binding</vt:lpstr>
      <vt:lpstr>PowerPoint Presentation</vt:lpstr>
      <vt:lpstr>PowerPoint Presentation</vt:lpstr>
      <vt:lpstr>Polymorphism instanceof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KAMAL NAIN</dc:creator>
  <cp:lastModifiedBy>Niit</cp:lastModifiedBy>
  <cp:revision>99</cp:revision>
  <dcterms:created xsi:type="dcterms:W3CDTF">2020-05-29T16:15:41Z</dcterms:created>
  <dcterms:modified xsi:type="dcterms:W3CDTF">2020-06-29T08:00:33Z</dcterms:modified>
</cp:coreProperties>
</file>